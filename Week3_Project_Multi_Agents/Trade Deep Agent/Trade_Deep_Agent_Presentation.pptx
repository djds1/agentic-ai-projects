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SYSTEMS  |  WEEK 3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Deep Agent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Multi-Agent, Human-in-the-Loop Framework for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 Review, Risk Sizing &amp; Compliance Sign-off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3E63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LangGraph Deep Agents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Orchestrator + 4 Specialist Subagents  ·  LangSmith Observability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Financial Portfolio Trade Review &amp; Compliance Process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trade review and compliance checks don't scale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508760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12280" y="1508760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 framework: orchestrator + isolated subagents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fit together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496312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12280" y="2496312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Assembly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agent — model, backend, store, skills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83864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3483864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information moves through the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483864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3483864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Workflow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 sequence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71416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4471416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&amp; Governance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stay in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471416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4471416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on the live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458968"/>
            <a:ext cx="640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5458968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Value Add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trade review &amp; compliance process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Trade Review Doesn't Scale Manually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49240" cy="2057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20574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research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Macro/technical context, risk sizing, and compliance rules live in different heads, files, and tools — reassembled by hand for every idea.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49240" cy="2057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08760"/>
            <a:ext cx="73152" cy="20574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733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rigor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30552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checklist, conviction calls and risk caps vary by reviewer, day, and workload.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2057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40480"/>
            <a:ext cx="73152" cy="20574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05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compliance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Position-limit and exposure checks are often a late, manual gate rather than built into the review itself.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49240" cy="2057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840480"/>
            <a:ext cx="73152" cy="20574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05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durable audit trail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462272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ad hoc reviews leave little record of why a trade was approved, modified, or rejected.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A Deep Agent for Trade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is built on the LangGraph Deep Agents framework: a single orchestrator plans the work and delegates to specialist subagents, each running in its own isolated context, while a human reviewer makes the final call before any trade is recorded.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2834640"/>
          </a:xfrm>
          <a:prstGeom prst="rect">
            <a:avLst/>
          </a:prstGeom>
          <a:solidFill>
            <a:srgbClr val="141B47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880360"/>
            <a:ext cx="548640" cy="5486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write_todos breaks each trade idea into a tracked checklist the orchestrator executes step by step.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606040" cy="2834640"/>
          </a:xfrm>
          <a:prstGeom prst="rect">
            <a:avLst/>
          </a:prstGeom>
          <a:solidFill>
            <a:srgbClr val="141B47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1980" y="2880360"/>
            <a:ext cx="548640" cy="5486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task() calls hand off research, sizing, compliance, and critique to four focused subagents.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06040" cy="2834640"/>
          </a:xfrm>
          <a:prstGeom prst="rect">
            <a:avLst/>
          </a:prstGeom>
          <a:solidFill>
            <a:srgbClr val="141B47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6620" y="2880360"/>
            <a:ext cx="548640" cy="5486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7" name="Text 15"/>
          <p:cNvSpPr/>
          <p:nvPr/>
        </p:nvSpPr>
        <p:spPr>
          <a:xfrm>
            <a:off x="72466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filesystem (memories, research, risk profile) persists context across the session and beyond.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606040"/>
            <a:ext cx="2606040" cy="2834640"/>
          </a:xfrm>
          <a:prstGeom prst="rect">
            <a:avLst/>
          </a:prstGeom>
          <a:solidFill>
            <a:srgbClr val="141B47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81260" y="2880360"/>
            <a:ext cx="548640" cy="5486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126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35440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interrupt_on pauses execution at the trade-approval step until a human explicitly approves, edits, or rejects.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127" y="1371600"/>
            <a:ext cx="6489441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Review Deep Agent: One Orchestrator, Four Specialists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1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329" y="1371600"/>
            <a:ext cx="7933038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Assembly: Configuration, Not Plumbing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framewor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818" y="1371600"/>
            <a:ext cx="733806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Tools: What the Agent Can Actually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2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670" y="1371600"/>
            <a:ext cx="8386354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Skills: Style Guides Loaded Only When Needed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3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148" y="1371600"/>
            <a:ext cx="815340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Backends: Where the Agent's Work Lives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4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670" y="1371600"/>
            <a:ext cx="8386354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Specialist Subagents, One Division of Labor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2697480" cy="420624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97480" cy="9144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647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market-analyst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CURRENT technical/macro trend for the contract (live web search, falling back to a labeled grounding snapshot) and issues a HIGH/MEDIUM conviction call.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5029200"/>
            <a:ext cx="2295144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51480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+ grounding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697480" cy="420624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08760"/>
            <a:ext cx="2697480" cy="9144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17647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risk-sizer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37744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proposed entry/stop/target against hard position-size and exposure caps from the trading playbook.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75888" y="5029200"/>
            <a:ext cx="2295144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51480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tool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508760"/>
            <a:ext cx="2697480" cy="420624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508760"/>
            <a:ext cx="2697480" cy="9144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7647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compliance-checker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01968" y="237744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trade against compliance rules (restricted lists, concentration limits) before it can proceed.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01968" y="5029200"/>
            <a:ext cx="2295144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51480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tool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26880" y="1508760"/>
            <a:ext cx="2697480" cy="420624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1508760"/>
            <a:ext cx="2697480" cy="9144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24" name="Text 22"/>
          <p:cNvSpPr/>
          <p:nvPr/>
        </p:nvSpPr>
        <p:spPr>
          <a:xfrm>
            <a:off x="9528048" y="17647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28048" y="237744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the trade against the strategy dashboard's live per-contract grade and entry/exit/sizing rules — a final sanity pass before human approval.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528048" y="5029200"/>
            <a:ext cx="2295144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51480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tools + strategy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Subagents: Focused Workers, Isolated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5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9342" y="1371600"/>
            <a:ext cx="8633012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data_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409" y="1371600"/>
            <a:ext cx="7226877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State: Files and Todos Tell the 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8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818" y="1371600"/>
            <a:ext cx="733806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Run-Time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022" y="1371600"/>
            <a:ext cx="6359652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Trade Idea: Scan, Pick, Delegate,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7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818" y="1371600"/>
            <a:ext cx="733806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Human-in-the-Loop: People Stay in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idea is researched, sized, and reviewed by the agent — but no trade is ever recorded without an explicit human decision. interrupt_on pauses the graph at the approval step and surfaces the full agent reasoning, the critic's verdict, and the compliance result for the reviewer.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200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80720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31089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prepares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read, risk sizing, compliance check, and critic verdict are assembled and presented together.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8396" y="40965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2606040"/>
            <a:ext cx="2606040" cy="3200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80720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02736" y="31089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pauses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2736" y="36118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interrupt_on halts execution before execute_trade — the workflow cannot proceed unattended.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1324" y="40965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3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2606040"/>
            <a:ext cx="2606040" cy="320040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5664" y="280720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31089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decides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664" y="36118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approves, edits parameters, or rejects via Command(resume=...); the decision is explicit and logged.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74252" y="40965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3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07424" y="2606040"/>
            <a:ext cx="2606040" cy="3200400"/>
          </a:xfrm>
          <a:prstGeom prst="rect">
            <a:avLst/>
          </a:prstGeom>
          <a:solidFill>
            <a:srgbClr val="EAF3E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08592" y="280720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08592" y="31089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recorded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8592" y="36118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execute_trade runs only after approval — and remains a SIMULATED tool, never a live order, in this project.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Human-in-the-Loop: Critic Verdict, Then Approve or Reject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09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148" y="1371600"/>
            <a:ext cx="815340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Memory: A New Thread Can Still Remember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pic>
        <p:nvPicPr>
          <p:cNvPr id="4" name="Image 0" descr="assets/trade_10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670" y="1371600"/>
            <a:ext cx="8386354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the Agent Work: LangSmith on trade-deep-agent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3E6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cost, latency, and error-rate telemetry captured from the project's own LangSmith traces.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Monitoring: Cost &amp; Token Usage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trade-deep-agent project, Cost &amp; Tokens tab</a:t>
            </a:r>
            <a:endParaRPr lang="en-US" sz="1150" dirty="0"/>
          </a:p>
        </p:txBody>
      </p:sp>
      <p:pic>
        <p:nvPicPr>
          <p:cNvPr id="5" name="Image 0" descr="assets/l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25" y="1691640"/>
            <a:ext cx="870304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Monitoring: Run Types — Volume, Latency, Errors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by middleware/component: HumanInTheLoopMiddleware, SkillsMiddleware, TodoListMiddleware, model, tools</a:t>
            </a:r>
            <a:endParaRPr lang="en-US" sz="1150" dirty="0"/>
          </a:p>
        </p:txBody>
      </p:sp>
      <p:pic>
        <p:nvPicPr>
          <p:cNvPr id="5" name="Image 0" descr="assets/ls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615" y="1691640"/>
            <a:ext cx="886046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Monitoring: Tool-Level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runs, median latency, and error rate: read_file, task, tavily_search, write_file, write_todos</a:t>
            </a:r>
            <a:endParaRPr lang="en-US" sz="1150" dirty="0"/>
          </a:p>
        </p:txBody>
      </p:sp>
      <p:pic>
        <p:nvPicPr>
          <p:cNvPr id="5" name="Image 0" descr="assets/ls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341" y="1691640"/>
            <a:ext cx="868101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Monitoring: Full Trace Inspection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— including each human override and trade-idea input — is traceable down to individual tool calls (e.g. write_todos) and their arguments.</a:t>
            </a:r>
            <a:endParaRPr lang="en-US" sz="1150" dirty="0"/>
          </a:p>
        </p:txBody>
      </p:sp>
      <p:pic>
        <p:nvPicPr>
          <p:cNvPr id="5" name="Image 0" descr="assets/ls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109" y="1691640"/>
            <a:ext cx="9485477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Value Add to Trade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54864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3566160" cy="219456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idea runs through the same market read, sizing check, and compliance gate — no skipped steps.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66160" cy="219456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37360"/>
            <a:ext cx="411480" cy="41148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624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 subagent research and automatic todo tracking compress review time without compressing rigor.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66160" cy="219456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37360"/>
            <a:ext cx="411480" cy="41148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624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filesystem memory and LangSmith traces leave a durable, inspectable record of every decision.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19456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681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Compliance-by-design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0474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compliance checks run before the human ever sees the trade for approval, not after.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566160" cy="219456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60520"/>
            <a:ext cx="411480" cy="41148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681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automation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0474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execute_trade is gated by mandatory human approval and remains simulated — automation augments judgment, it doesn't replace 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66160" cy="219456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60520"/>
            <a:ext cx="411480" cy="41148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681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oversight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50474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latency, and error-rate monitoring via LangSmith make agent reliability measurable, not assumed.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Deep Agent  |  Agentic AI Systems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Deep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demonstration of agentic AI applied to trade idea review and compliance — with humans making every final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2011680" cy="0"/>
          </a:xfrm>
          <a:prstGeom prst="line">
            <a:avLst/>
          </a:prstGeom>
          <a:noFill/>
          <a:ln w="38100">
            <a:solidFill>
              <a:srgbClr val="3E6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educational demonstration of agentic AI system design. execute_trade is a SIMULATED tool only — no real trades, transfers, or financial actions are executed. Nothing in this presentation constitutes investment, legal, or financial advice. All trade ideas require human review and approval, and any real-world use would require independent compliance, risk, and legal sign-off.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Deep Agent: Agentic AI for Trade Idea Review</dc:title>
  <dc:subject>PptxGenJS Presentation</dc:subject>
  <dc:creator>Trade Deep Agent Project</dc:creator>
  <cp:lastModifiedBy>Trade Deep Agent Project</cp:lastModifiedBy>
  <cp:revision>1</cp:revision>
  <dcterms:created xsi:type="dcterms:W3CDTF">2026-06-16T18:23:10Z</dcterms:created>
  <dcterms:modified xsi:type="dcterms:W3CDTF">2026-06-16T18:23:10Z</dcterms:modified>
</cp:coreProperties>
</file>